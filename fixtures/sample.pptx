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94560"/>
            <a:ext cx="9966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7F3ED"/>
                </a:solidFill>
              </a:defRPr>
            </a:pPr>
            <a:r>
              <a:t>叙事理论与实践</a:t>
            </a:r>
          </a:p>
          <a:p>
            <a:pPr algn="ctr">
              <a:defRPr sz="2000">
                <a:solidFill>
                  <a:srgbClr val="E8825A"/>
                </a:solidFill>
              </a:defRPr>
            </a:pPr>
            <a:r>
              <a:t>第一讲 · 导论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一、什么是叙事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943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叙事是人类理解世界的底层方式。</a:t>
            </a:r>
          </a:p>
          <a:p>
            <a:r>
              <a:rPr sz="1600"/>
              <a:t>时间、因果与视角是叙事的三个轴。</a:t>
            </a:r>
          </a:p>
          <a:p>
            <a:r>
              <a:rPr sz="1600"/>
              <a:t>同一事件，不同叙述者给出不同故事。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0" y="1554480"/>
            <a:ext cx="4206240" cy="1097280"/>
          </a:xfrm>
          <a:prstGeom prst="rect">
            <a:avLst/>
          </a:prstGeom>
          <a:solidFill>
            <a:srgbClr val="E8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重点：叙事视角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0" y="3108960"/>
          <a:ext cx="4206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</a:tblGrid>
              <a:tr h="670560">
                <a:tc>
                  <a:txBody>
                    <a:bodyPr/>
                    <a:lstStyle/>
                    <a:p>
                      <a:r>
                        <a:rPr sz="1300"/>
                        <a:t>视角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例子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效果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300"/>
                        <a:t>全知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说书人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俯瞰全局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300"/>
                        <a:t>限知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主人公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身临其境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37744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/>
              <a:t>下次课：故事与话语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